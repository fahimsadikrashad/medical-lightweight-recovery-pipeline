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188720"/>
            <a:ext cx="3291840" cy="3291840"/>
          </a:xfrm>
          <a:prstGeom prst="ellipse">
            <a:avLst/>
          </a:prstGeom>
          <a:solidFill>
            <a:srgbClr val="0A8080"/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3383280"/>
            <a:ext cx="2926080" cy="2926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6207  ·  PROGRESS PRESENTATION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Lightweight Recovery Pipeline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Corruption-Resilient Medical Image Diagnosis under Constrained Hardware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Fahim Sadik Rashad   |   ID: 1024052019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BUET  ·  Department of Computer Science &amp;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PROBLEM &amp;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Solving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D1B4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classifiers are trained on clean images — but real X-rays carry noise, blur, and compression artifacts. </a:t>
            </a:r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cause a silent accuracy collapse at deployment.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514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recovery module sits in front of a </a:t>
            </a:r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classifier, cleaning corrupted input at inference time — </a:t>
            </a:r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retraining of the classifier.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2377440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2514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Here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8803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recovery methods (diffusion editors) restore images but are too costly for constrained hardware. We ask: </a:t>
            </a:r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light can recovery be and still work?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0A808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31596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loss:  </a:t>
            </a:r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recovery module is trained not to match pixels, but so the frozen classifier reads the cleaned image correctly — the classifier's own loss guides the cleaning.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PROGRESS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Built and Running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457200" cy="457200"/>
          </a:xfrm>
          <a:prstGeom prst="ellipse">
            <a:avLst/>
          </a:prstGeom>
          <a:solidFill>
            <a:srgbClr val="0A808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3350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Injection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86200" y="133502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MedMNIST-C corruption registry wired in — 13 corruption types × 5 severities, reproducible.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048256"/>
            <a:ext cx="457200" cy="457200"/>
          </a:xfrm>
          <a:prstGeom prst="ellipse">
            <a:avLst/>
          </a:prstGeom>
          <a:solidFill>
            <a:srgbClr val="0A808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19933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Classifier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86200" y="199339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trained on clean PneumoniaMNIST (64×64). Frozen for all later experiments.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706624"/>
            <a:ext cx="457200" cy="457200"/>
          </a:xfrm>
          <a:prstGeom prst="ellipse">
            <a:avLst/>
          </a:prstGeom>
          <a:solidFill>
            <a:srgbClr val="0A808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2651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Baseline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86200" y="265176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retrained with corruption augmentation — the bar to compare against.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364992"/>
            <a:ext cx="457200" cy="457200"/>
          </a:xfrm>
          <a:prstGeom prst="ellipse">
            <a:avLst/>
          </a:prstGeom>
          <a:solidFill>
            <a:srgbClr val="0A808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33101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Module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331012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family of lightweight autoencoders, trained with a classifier-perceptual loss.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023360"/>
            <a:ext cx="457200" cy="457200"/>
          </a:xfrm>
          <a:prstGeom prst="ellipse">
            <a:avLst/>
          </a:prstGeom>
          <a:solidFill>
            <a:srgbClr val="0A808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396849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Evaluation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86200" y="3968496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across single / compound / unseen corruptions + real-world transfer test.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full pipeline executed end-to-end with real results (next slides).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FAULTS WE INJECT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Corruption Looks Like</a:t>
            </a:r>
            <a:endParaRPr lang="en-US" sz="2800" dirty="0"/>
          </a:p>
        </p:txBody>
      </p:sp>
      <p:pic>
        <p:nvPicPr>
          <p:cNvPr id="4" name="Image 0" descr="real_corrup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658368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PneumoniaMNIST chest X-rays under the official MedMNIST-C corruptions. </a:t>
            </a:r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to bottom: noise, blur, JPEG compression — left to right: increasing severity.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WHAT THE MODULE PRODUCES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Corrupted → Recovered → Clean</a:t>
            </a:r>
            <a:endParaRPr lang="en-US" sz="2800" dirty="0"/>
          </a:p>
        </p:txBody>
      </p:sp>
      <p:pic>
        <p:nvPicPr>
          <p:cNvPr id="4" name="Image 0" descr="real_reconstru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corrupted input.   Middle: recovery-module output.   Bottom: clean target.   </a:t>
            </a:r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recovered images aren't pixel-perfect — the module restores what the classifier needs, not human-faithful detail.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KEY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Collapse — and the Recovery</a:t>
            </a:r>
            <a:endParaRPr lang="en-US" sz="2800" dirty="0"/>
          </a:p>
        </p:txBody>
      </p:sp>
      <p:pic>
        <p:nvPicPr>
          <p:cNvPr id="4" name="Image 0" descr="figA_collapse_recov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658368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371600"/>
            <a:ext cx="1600200" cy="2697480"/>
          </a:xfrm>
          <a:prstGeom prst="roundRect">
            <a:avLst>
              <a:gd name="adj" fmla="val 4571"/>
            </a:avLst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269480" y="1554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 → 0.50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269480" y="1920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→ noise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(chance)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269480" y="25146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+0.24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269480" y="28803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by 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223760" y="3520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A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 used —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0A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accuracy hides the collapse.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frozen classifier falls to chance under noise; a small recovery module restores most of the lost accuracy without touching the classifier.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MAIN RESEARCH QUESTION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Light Can Recovery Be?</a:t>
            </a:r>
            <a:endParaRPr lang="en-US" sz="2800" dirty="0"/>
          </a:p>
        </p:txBody>
      </p:sp>
      <p:pic>
        <p:nvPicPr>
          <p:cNvPr id="4" name="Image 0" descr="figB_par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0292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1463040"/>
            <a:ext cx="2971800" cy="3017520"/>
          </a:xfrm>
          <a:prstGeom prst="roundRect">
            <a:avLst>
              <a:gd name="adj" fmla="val 2462"/>
            </a:avLst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0" y="205740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module wins.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compact module gives the best recovery gain — larger versions do </a:t>
            </a:r>
            <a:pPr indent="0" marL="0">
              <a:lnSpc>
                <a:spcPct val="102000"/>
              </a:lnSpc>
              <a:buNone/>
            </a:pPr>
            <a:r>
              <a:rPr lang="en-US" sz="1150" b="1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help more.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adds negligible inference cost. This directly answers the Main RQ — lightweight recovery is not just feasible, it is optimal here.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SUB-QUESTIONS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Generalize?</a:t>
            </a:r>
            <a:endParaRPr lang="en-US" sz="2800" dirty="0"/>
          </a:p>
        </p:txBody>
      </p:sp>
      <p:pic>
        <p:nvPicPr>
          <p:cNvPr id="4" name="Image 0" descr="figC_general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Sub-Q1 — Compound corruptions (never trained on): 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holds (+0.16 to +0.24).    </a:t>
            </a:r>
            <a:pPr indent="0" marL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Sub-Q2 — Real Kermany X-rays: 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gain +0.232, identical to in-domain.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FINDINGS &amp; DIRECTION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 — and Where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recovery ≫ classical denoiser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autoencoder clearly beats a fixed filter.</a:t>
            </a:r>
            <a:endParaRPr lang="en-US" sz="125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loss is essential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MSE training fails (learns identity).</a:t>
            </a:r>
            <a:endParaRPr lang="en-US" sz="125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is classifier-coupled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module tuned to one classifier doesn't transfer to another.</a:t>
            </a:r>
            <a:endParaRPr lang="en-US" sz="125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pneumonia only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modality (chest X-ray) so far — other modalities next.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Direction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against heavy diffusion recovery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lightweight module against costly generative recovery methods.</a:t>
            </a:r>
            <a:endParaRPr lang="en-US" sz="125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Classifier-agnostic recovery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feature-space loss to fix the coupling limitation.</a:t>
            </a:r>
            <a:endParaRPr lang="en-US" sz="125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lightweight recovery modules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efficient denoisers (DnCNN, NAFNet, HINet) in place of the autoencoder.</a:t>
            </a:r>
            <a:endParaRPr lang="en-US" sz="125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imaging modalities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chest X-ray to dermatology, retinal, and histology images.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108960"/>
            <a:ext cx="3108960" cy="3108960"/>
          </a:xfrm>
          <a:prstGeom prst="ellipse">
            <a:avLst/>
          </a:prstGeom>
          <a:solidFill>
            <a:srgbClr val="0A8080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1097280"/>
            <a:ext cx="2560320" cy="2560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lightweight module recovers a frozen medical classifier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chance to ~0.74 — and the smallest model wins.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single, compound, and unseen corruptions, and on real-world Kermany X-rays.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Fahim Sadik Rashad   ·   1024052019   ·   CSE 6207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6207 Progress</dc:title>
  <dc:subject>PptxGenJS Presentation</dc:subject>
  <dc:creator>Fahim Sadik Rashad</dc:creator>
  <cp:lastModifiedBy>Fahim Sadik Rashad</cp:lastModifiedBy>
  <cp:revision>1</cp:revision>
  <dcterms:created xsi:type="dcterms:W3CDTF">2026-06-26T21:01:12Z</dcterms:created>
  <dcterms:modified xsi:type="dcterms:W3CDTF">2026-06-26T21:01:12Z</dcterms:modified>
</cp:coreProperties>
</file>